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kram adhikari" userId="332ba8b45be156a6" providerId="LiveId" clId="{CA2AD577-E90B-4FD2-89F6-7B44FF335703}"/>
    <pc:docChg chg="modSld">
      <pc:chgData name="vikram adhikari" userId="332ba8b45be156a6" providerId="LiveId" clId="{CA2AD577-E90B-4FD2-89F6-7B44FF335703}" dt="2026-08-29T17:46:03.590" v="1" actId="1076"/>
      <pc:docMkLst>
        <pc:docMk/>
      </pc:docMkLst>
      <pc:sldChg chg="modSp mod">
        <pc:chgData name="vikram adhikari" userId="332ba8b45be156a6" providerId="LiveId" clId="{CA2AD577-E90B-4FD2-89F6-7B44FF335703}" dt="2026-08-29T17:46:03.590" v="1" actId="1076"/>
        <pc:sldMkLst>
          <pc:docMk/>
          <pc:sldMk cId="218369045" sldId="271"/>
        </pc:sldMkLst>
        <pc:picChg chg="mod">
          <ac:chgData name="vikram adhikari" userId="332ba8b45be156a6" providerId="LiveId" clId="{CA2AD577-E90B-4FD2-89F6-7B44FF335703}" dt="2026-08-29T17:46:03.590" v="1" actId="1076"/>
          <ac:picMkLst>
            <pc:docMk/>
            <pc:sldMk cId="218369045" sldId="271"/>
            <ac:picMk id="9" creationId="{47CE0829-D3C9-FDF9-446F-DC90040260F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6983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6A00-E216-5878-1ACE-DA6252515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90EDB-F02A-AD51-944A-FE3ACB5F9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15F79A-D561-ECAE-055E-FA285065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D8B60-06FB-DB05-15B2-BA37CFEEEB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1285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INTERNSHIP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with Python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37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Beeskilled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4160520"/>
            <a:ext cx="2377440" cy="0"/>
          </a:xfrm>
          <a:prstGeom prst="line">
            <a:avLst/>
          </a:prstGeom>
          <a:noFill/>
          <a:ln w="19050">
            <a:solidFill>
              <a:srgbClr val="1F3B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43891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Vikram Adhikari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No.: 25SCS1003004887   |   Semester III   |   Section 2CSE11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(CSE)  |  IILM University, Greater Noida  |  Batch 2026–27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Overview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Beeskilled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21408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with Python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624328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697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Internship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3127248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July 2026 – 24 August 2026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" y="3630168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233672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practical skills in Python-based data analysis, visualization, and introductory machine learning.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Objectives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Data Science using Python.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with datasets using Pandas and NumPy.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data cleaning, preprocessing and statistical analysis.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visualizations using Matplotlib and Seaborn.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Exploratory Data Analysis (EDA).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introductory Machine Learning and Linear Regression.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learned skills to a complete final project.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&amp;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37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7373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programming language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5800" y="2221992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3134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31343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loading, cleaning and analysis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85800" y="2798064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895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88950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operations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3374136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655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46557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85800" y="3950208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Seaborn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40416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and categorical visualization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85800" y="45262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617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46177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 machine learning and Linear Regression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85800" y="5102352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51937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51937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environment for the final Titanic project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– Python for Data Science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Module: Python for Data Science Basics &amp; Student Marks Analysis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Python for Data Science.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with Pandas and NumPy.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the Student Marks Dataset.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basic data cleaning and statistical calculations.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Analyzed basic data properties and results.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– Data Visualization &amp; EDA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Module: Data Visualization &amp; Exploratory Data Analysis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with the COVID-19 Dataset.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Matplotlib and Seaborn for visualization.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trend plots and country comparisons.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heatmaps and scatter plots to explore patterns and relationships.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– Machine Learning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Module: Machine Learning &amp; Student Performance Prediction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Machine Learning using Scikit-learn.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with the Student Performance Dataset.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data preparation and model training.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Linear Regression.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the trained model.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– Final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Project: Titanic Dataset Analysis   |   Platform: Google Colab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and inspected the Titanic Dataset.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missing values and prepared the data.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AgeGroup and FamilySize features.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Analyzed survival patterns using grouped statistics and visualizations.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Dataset – Data Preprocessing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contained 891 passenger records.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Age values were replaced using the median.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 was removed because most values were missing.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Embarked values were filled using the mode.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AgeGroup using defined age ranges.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FamilySize = SibSp + Parch + 1.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Analysis – Overall Results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8714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891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60320"/>
            <a:ext cx="18714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PASSENGERS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922971" y="1783080"/>
            <a:ext cx="18714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922971" y="2560320"/>
            <a:ext cx="18714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160142" y="1783080"/>
            <a:ext cx="18714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549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160142" y="2560320"/>
            <a:ext cx="18714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SURVIVE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97313" y="1783080"/>
            <a:ext cx="18714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38.38%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7397313" y="2560320"/>
            <a:ext cx="18714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SURVIVAL RATE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634484" y="1783080"/>
            <a:ext cx="18714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634484" y="2560320"/>
            <a:ext cx="187141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DEATH RATE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611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was compared by gender, class, age, embarkation point and family size.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Analysis – Key Findings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GENDER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2029968"/>
            <a:ext cx="2430704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9456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688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74.20%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97180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4612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18.89%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82264" y="169164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CLASS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82264" y="2029968"/>
            <a:ext cx="2430704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82264" y="219456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Class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482264" y="24688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62.96%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482264" y="297180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Class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82264" y="324612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47.28%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482264" y="374904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Class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482264" y="402336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24.24%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78728" y="169164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AGE GROUP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8728" y="2029968"/>
            <a:ext cx="2430704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78728" y="219456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78728" y="24688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57.97%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278728" y="2843784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Teenager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78728" y="3118104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42.86%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278728" y="3493008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Adult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278728" y="3767328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35.33%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278728" y="4142232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278728" y="441655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40.00%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278728" y="4791456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278728" y="5065776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22.73%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75191" y="169164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EMBARKATION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075191" y="2029968"/>
            <a:ext cx="2430704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5191" y="219456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Cherbourg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075191" y="24688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55.36%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075191" y="297180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Queenstown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9075191" y="324612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38.96%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075191" y="3749040"/>
            <a:ext cx="243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Southampton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9075191" y="402336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33.90%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85800" y="553212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56692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size 4: </a:t>
            </a:r>
            <a:r>
              <a:rPr lang="en-US" sz="15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observed survival rate at 72.41%.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132627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194560"/>
            <a:ext cx="117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012072" y="219456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268104" y="2194560"/>
            <a:ext cx="132627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41256" y="2194560"/>
            <a:ext cx="117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594376" y="219456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0408" y="2194560"/>
            <a:ext cx="132627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23560" y="2194560"/>
            <a:ext cx="117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176680" y="219456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32712" y="2194560"/>
            <a:ext cx="132627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05864" y="2194560"/>
            <a:ext cx="117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758984" y="219456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015016" y="2194560"/>
            <a:ext cx="132627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8168" y="2194560"/>
            <a:ext cx="117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341287" y="219456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597319" y="2194560"/>
            <a:ext cx="132627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70471" y="2194560"/>
            <a:ext cx="117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923591" y="219456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179623" y="2194560"/>
            <a:ext cx="132627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2775" y="2194560"/>
            <a:ext cx="117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749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i="1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internship progressively developed skills from basic data analysis to visualization, machine learning and final-project interpretation.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37360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programming for Data Science</a:t>
            </a:r>
            <a:endParaRPr lang="en-US" sz="155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and preprocessing</a:t>
            </a:r>
            <a:endParaRPr lang="en-US" sz="155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55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and grouped analysis</a:t>
            </a:r>
            <a:endParaRPr lang="en-US" sz="155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989320" y="1737360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fundamentals</a:t>
            </a:r>
            <a:endParaRPr lang="en-US" sz="155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using Scikit-learn</a:t>
            </a:r>
            <a:endParaRPr lang="en-US" sz="155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 of Google Colab</a:t>
            </a:r>
            <a:endParaRPr lang="en-US" sz="155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interpretation and presentation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internship provided practical exposure to the basic Data Science workflow.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Project-based learning connected Python concepts with real datasets.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Titanic project brought together data cleaning, feature creation, analysis and visualization.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internship strengthened practical analytical and problem-solving abilities.</a:t>
            </a:r>
            <a:endParaRPr lang="en-US" sz="1600" dirty="0"/>
          </a:p>
          <a:p>
            <a:pPr marL="228600" indent="-2286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B3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Titanic notebook will be uploaded separately to GitHub as supporting evidence.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6955" y="6355081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118D50-15D4-00CE-D829-17D82D6D3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1B5BF0-BB4A-8AD6-2165-B4DFB010E8DA}"/>
              </a:ext>
            </a:extLst>
          </p:cNvPr>
          <p:cNvSpPr txBox="1"/>
          <p:nvPr/>
        </p:nvSpPr>
        <p:spPr>
          <a:xfrm>
            <a:off x="6858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kumimoji="0" lang="en-IN" sz="2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ea typeface="+mj-ea"/>
                <a:cs typeface="+mj-cs"/>
              </a:rPr>
              <a:t>Certification &amp; Official Verification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285775-883D-1F42-C1E1-A4989429B29A}"/>
              </a:ext>
            </a:extLst>
          </p:cNvPr>
          <p:cNvSpPr txBox="1"/>
          <p:nvPr/>
        </p:nvSpPr>
        <p:spPr>
          <a:xfrm>
            <a:off x="685800" y="5486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107EF05-723F-1D70-6E22-D8CC5B29B27C}"/>
              </a:ext>
            </a:extLst>
          </p:cNvPr>
          <p:cNvSpPr txBox="1"/>
          <p:nvPr/>
        </p:nvSpPr>
        <p:spPr>
          <a:xfrm>
            <a:off x="685800" y="1691640"/>
            <a:ext cx="1082009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  <a:spcAft>
                <a:spcPts val="1200"/>
              </a:spcAft>
              <a:buSzPct val="100000"/>
            </a:pPr>
            <a:endParaRPr lang="en-US" sz="1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716946C-1EAE-569F-F6DF-F5BFF4D784BA}"/>
              </a:ext>
            </a:extLst>
          </p:cNvPr>
          <p:cNvSpPr/>
          <p:nvPr/>
        </p:nvSpPr>
        <p:spPr>
          <a:xfrm>
            <a:off x="685800" y="6355080"/>
            <a:ext cx="10820095" cy="0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0340AF7-C59D-FAA7-642D-512B6E554A61}"/>
              </a:ext>
            </a:extLst>
          </p:cNvPr>
          <p:cNvSpPr txBox="1"/>
          <p:nvPr/>
        </p:nvSpPr>
        <p:spPr>
          <a:xfrm>
            <a:off x="68580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8A3A8F5-FB3A-A69E-BE50-B3D3610BBCD8}"/>
              </a:ext>
            </a:extLst>
          </p:cNvPr>
          <p:cNvSpPr txBox="1"/>
          <p:nvPr/>
        </p:nvSpPr>
        <p:spPr>
          <a:xfrm>
            <a:off x="1104869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7CE0829-D3C9-FDF9-446F-DC9004026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953" y="1095167"/>
            <a:ext cx="8927787" cy="530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69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6517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3520440"/>
            <a:ext cx="2377440" cy="0"/>
          </a:xfrm>
          <a:prstGeom prst="line">
            <a:avLst/>
          </a:prstGeom>
          <a:noFill/>
          <a:ln w="19050">
            <a:solidFill>
              <a:srgbClr val="1F3B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7490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Vikram Adhikari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25SCS1003004887  |  2CSE11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with Python – Beeskilled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720</Words>
  <Application>Microsoft Office PowerPoint</Application>
  <PresentationFormat>Widescreen</PresentationFormat>
  <Paragraphs>198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vikram adhikari</cp:lastModifiedBy>
  <cp:revision>2</cp:revision>
  <dcterms:created xsi:type="dcterms:W3CDTF">2026-08-29T16:28:42Z</dcterms:created>
  <dcterms:modified xsi:type="dcterms:W3CDTF">2026-08-29T17:46:14Z</dcterms:modified>
</cp:coreProperties>
</file>